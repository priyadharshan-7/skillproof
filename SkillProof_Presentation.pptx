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4747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⚡ NEXT-GEN CAREER EVIDENCE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SkillProof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</a:defRPr>
            </a:pPr>
            <a:r>
              <a:t>Beyond Resumes &amp; Certificates — Show What You Can Actually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E7FF"/>
                </a:solidFill>
              </a:defRPr>
            </a:pPr>
            <a:r>
              <a:t>Deterministic Evidence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0–100 Evidence Score based on real git timeline, code volume &amp; 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84048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0233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E7FF"/>
                </a:solidFill>
              </a:defRPr>
            </a:pPr>
            <a:r>
              <a:t>Dual-Mode Verification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Automated GitHub commit parsing + Human faculty/mentor sign-off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84048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40233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E7FF"/>
                </a:solidFill>
              </a:defRPr>
            </a:pPr>
            <a:r>
              <a:t>Anti-Gaming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Penalizes burst commit dumps, bare forks &amp; keyword stuffing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Presentation Duration: 7 Minutes  |  Full-Stack Production Architecture: FastAPI + SQLite + SPA + WebSocket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1.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Crisis of Credential Inflation &amp; Unverifiable Claims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338CA"/>
                </a:solidFill>
              </a:defRPr>
            </a:pPr>
            <a:r>
              <a:t>Target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0F172A"/>
                </a:solidFill>
              </a:defRPr>
            </a:pPr>
            <a:r>
              <a:t>• Computer Science &amp; Engineering Students: </a:t>
            </a:r>
            <a:r>
              <a:rPr b="0">
                <a:solidFill>
                  <a:srgbClr val="64748B"/>
                </a:solidFill>
              </a:rPr>
              <a:t>Struggling to stand out with zero prior corporate work history.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Early-Career Developers: </a:t>
            </a:r>
            <a:r>
              <a:rPr b="0">
                <a:solidFill>
                  <a:srgbClr val="64748B"/>
                </a:solidFill>
              </a:rPr>
              <a:t>Building impressive personal projects that get overlooked in automated ATS filters.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Technical Recruiters &amp; Hiring Managers: </a:t>
            </a:r>
            <a:r>
              <a:rPr b="0">
                <a:solidFill>
                  <a:srgbClr val="64748B"/>
                </a:solidFill>
              </a:rPr>
              <a:t>Drowning in 500+ identical resumes per open software role.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Academic Mentors &amp; Bootcamps: </a:t>
            </a:r>
            <a:r>
              <a:rPr b="0">
                <a:solidFill>
                  <a:srgbClr val="64748B"/>
                </a:solidFill>
              </a:rPr>
              <a:t>Seeking reliable ways to endorse and vouch for their students' true technical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338CA"/>
                </a:solidFill>
              </a:defRPr>
            </a:pPr>
            <a:r>
              <a:t>Current Process &amp; 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0F172A"/>
                </a:solidFill>
              </a:defRPr>
            </a:pPr>
            <a:r>
              <a:t>• Keyword-Stuffed Resumes: </a:t>
            </a:r>
            <a:r>
              <a:rPr b="0">
                <a:solidFill>
                  <a:srgbClr val="64748B"/>
                </a:solidFill>
              </a:rPr>
              <a:t>Candidates list Python, Docker, React without having written more than 50 lines.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Passive Course Certificates: </a:t>
            </a:r>
            <a:r>
              <a:rPr b="0">
                <a:solidFill>
                  <a:srgbClr val="64748B"/>
                </a:solidFill>
              </a:rPr>
              <a:t>Certificates of completion only prove video playback, not coding capability.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Manual GitHub Auditing: </a:t>
            </a:r>
            <a:r>
              <a:rPr b="0">
                <a:solidFill>
                  <a:srgbClr val="64748B"/>
                </a:solidFill>
              </a:rPr>
              <a:t>Recruiters lack the technical time or tools to dive into commit logs of 200 candidates.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Costly Technical Screens: </a:t>
            </a:r>
            <a:r>
              <a:rPr b="0">
                <a:solidFill>
                  <a:srgbClr val="64748B"/>
                </a:solidFill>
              </a:rPr>
              <a:t>Companies waste 40+ engineering hours interviewing candidates who cannot build.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338CA"/>
                </a:solidFill>
              </a:defRPr>
            </a:pPr>
            <a:r>
              <a:t>Main Problem &amp; 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0F172A"/>
                </a:solidFill>
              </a:defRPr>
            </a:pPr>
            <a:r>
              <a:t>• The Signal-to-Noise Deficit: </a:t>
            </a:r>
            <a:r>
              <a:rPr b="0">
                <a:solidFill>
                  <a:srgbClr val="64748B"/>
                </a:solidFill>
              </a:rPr>
              <a:t>Hiring teams cannot distinguish genuine software builders from tutorial copycats.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False Positives / Bad Hires: </a:t>
            </a:r>
            <a:r>
              <a:rPr b="0">
                <a:solidFill>
                  <a:srgbClr val="64748B"/>
                </a:solidFill>
              </a:rPr>
              <a:t>Average cost of a bad technical hire exceeds $50,000 in onboarding and lost velocity.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Demoralized Talent: </a:t>
            </a:r>
            <a:r>
              <a:rPr b="0">
                <a:solidFill>
                  <a:srgbClr val="64748B"/>
                </a:solidFill>
              </a:rPr>
              <a:t>High-capability students from non-target universities get ignored because of resume pedigree.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Why It Matters Now: </a:t>
            </a:r>
            <a:r>
              <a:rPr b="0">
                <a:solidFill>
                  <a:srgbClr val="64748B"/>
                </a:solidFill>
              </a:rPr>
              <a:t>With AI code generation, anyone can generate boilerplate; proof of sustained effort is vital.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2.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SkillProof: Transforming Codebases into Verifiable Career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SOLUTION OVERVIEW: An autonomous, transparent platform that turns raw Git commit histories, repository architectures, and documentation quality into an objective 0–100 Evidence Score backed by mentor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1. Git Commit Ingestion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Deep inspection of public repositories via GitHub REST API. Tracks multi-month commit cadence, language byte ratios, file volume, and README markdown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46888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6060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2. Deterministic Scoring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Mathematical 5-pillar formula (100 pts) evaluating Consistency, Complexity, Documentation, Recency, and Community signals with full audit explainability.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6060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3. Anti-Gaming Audits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Active heuristic algorithms that flag single-day commit dumps (-15 pts), bare forks with no original commits (-30 pts), and trivial repository shells.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46888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6060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4. Human-in-the-Loop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Mentors and faculty review projects, score technical depth (1-5★), and convert AI-suggested candidate skills into permanently verified credentials.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10698480" cy="1737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BEFORE vs. AFTER SKILLPROOF</a:t>
            </a:r>
          </a:p>
          <a:p>
            <a:pPr>
              <a:defRPr b="1" sz="1050">
                <a:solidFill>
                  <a:srgbClr val="DC2626"/>
                </a:solidFill>
              </a:defRPr>
            </a:pPr>
            <a:r>
              <a:t>❌ BEFORE: </a:t>
            </a:r>
            <a:r>
              <a:rPr b="0">
                <a:solidFill>
                  <a:srgbClr val="64748B"/>
                </a:solidFill>
              </a:rPr>
              <a:t>Resumes with unproven claims ('Proficient in Distributed Systems'). Recruiters guess competency or spend $500/candidate on screening. Non-target students get rejected automatically.</a:t>
            </a:r>
          </a:p>
          <a:p>
            <a:pPr>
              <a:spcBef>
                <a:spcPts val="400"/>
              </a:spcBef>
              <a:defRPr b="1" sz="1050">
                <a:solidFill>
                  <a:srgbClr val="10B981"/>
                </a:solidFill>
              </a:defRPr>
            </a:pPr>
            <a:r>
              <a:t>✅ AFTER: </a:t>
            </a:r>
            <a:r>
              <a:rPr b="0">
                <a:solidFill>
                  <a:srgbClr val="0F172A"/>
                </a:solidFill>
              </a:rPr>
              <a:t>Transparent portfolios showing 82.8/100 score, verified 14-month commit graph, 32 source files, AI skill mapping, and a verified faculty sign-off. Recruiter finds qualified talent in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2.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User Workflow &amp; Tri-Persona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7315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Student / Builder</a:t>
            </a:r>
          </a:p>
          <a:p>
            <a:pPr algn="ctr">
              <a:defRPr sz="950">
                <a:solidFill>
                  <a:srgbClr val="E0E7FF"/>
                </a:solidFill>
              </a:defRPr>
            </a:pPr>
            <a:r>
              <a:t>Input &amp; Evidence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</a:defRPr>
            </a:pPr>
            <a:r>
              <a:t>1. Profile Ingestion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Connects GitHub handle or pastes repository URL.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2. Automated Parsing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Engine analyzes commits, languages, code volume &amp; docs.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3. Privacy Controls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Student toggles project visibility (Public vs. Private).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4. Portfolio Link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Shares verifiable portfolio link directly with recruiters.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3474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Mentor / Faculty</a:t>
            </a:r>
          </a:p>
          <a:p>
            <a:pPr algn="ctr">
              <a:defRPr sz="950">
                <a:solidFill>
                  <a:srgbClr val="E0E7FF"/>
                </a:solidFill>
              </a:defRPr>
            </a:pPr>
            <a:r>
              <a:t>Human-in-the-Loop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317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</a:defRPr>
            </a:pPr>
            <a:r>
              <a:t>1. Code Review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Inspects project code quality and student execution.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2. Qualitative Review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Leaves structured feedback (Strengths &amp; Improvements).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3. Star Rating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Awards 1 to 5 star rating on technical depth.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4. Skill Verification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Checks off AI-suggested skills into permanent verified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Recruiter / Manager</a:t>
            </a:r>
          </a:p>
          <a:p>
            <a:pPr algn="ctr">
              <a:defRPr sz="950">
                <a:solidFill>
                  <a:srgbClr val="E0E7FF"/>
                </a:solidFill>
              </a:defRPr>
            </a:pPr>
            <a:r>
              <a:t>Precision Talent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3317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F172A"/>
                </a:solidFill>
              </a:defRPr>
            </a:pPr>
            <a:r>
              <a:t>1. Skill &amp; Score Filter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Searches candidate pool by required tech stack &amp; min score.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2. Evidence Inspection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Views interactive commit timeline &amp; verified skill badges.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3. Anti-Gaming Review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Verifies zero burst commit dumps or unmaintained forks.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4. Direct Outreach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Connects directly with verified high-signal candidates.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3. PROTOTYPE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Working Prototype: Decoupled Full-Stack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38CA"/>
                </a:solidFill>
              </a:defRPr>
            </a:pPr>
            <a:r>
              <a:t>SYSTEM ARCHITECTURE STACK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[1] Frontend SPA: </a:t>
            </a:r>
            <a:r>
              <a:rPr b="0">
                <a:solidFill>
                  <a:srgbClr val="64748B"/>
                </a:solidFill>
              </a:rPr>
              <a:t>Semantic HTML5, CSS3 Glassmorphism tokens, Chart.js for commit graphs, Lucide icons, responsive navigation.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[2] FastAPI Backend: </a:t>
            </a:r>
            <a:r>
              <a:rPr b="0">
                <a:solidFill>
                  <a:srgbClr val="64748B"/>
                </a:solidFill>
              </a:rPr>
              <a:t>Asynchronous Python 3.11 server with REST endpoints, Pydantic v2 schemas, automated OpenAPI documentation.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[3] Real-Time Sync Engine: </a:t>
            </a:r>
            <a:r>
              <a:rPr b="0">
                <a:solidFill>
                  <a:srgbClr val="64748B"/>
                </a:solidFill>
              </a:rPr>
              <a:t>Bidirectional WebSocket connection (`/ws/feed`) broadcasting real-time imports, reviews, and recalculations.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[4] Evidence Engine: </a:t>
            </a:r>
            <a:r>
              <a:rPr b="0">
                <a:solidFill>
                  <a:srgbClr val="64748B"/>
                </a:solidFill>
              </a:rPr>
              <a:t>Pure deterministic scoring service (30% consistency, 25% complexity, 20% README, 15% recency, 10% community).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[5] Dual AI / NLP Engine: </a:t>
            </a:r>
            <a:r>
              <a:rPr b="0">
                <a:solidFill>
                  <a:srgbClr val="64748B"/>
                </a:solidFill>
              </a:rPr>
              <a:t>Rule-based regex &amp; NLP tokenizer for skills taxonomy with optional OpenAI GPT fallback integration.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[6] Data Persistence: </a:t>
            </a:r>
            <a:r>
              <a:rPr b="0">
                <a:solidFill>
                  <a:srgbClr val="64748B"/>
                </a:solidFill>
              </a:rPr>
              <a:t>SQLAlchemy ORM with SQLite database (models: Student, Project, Skill, MentorFeedback).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PROTOTYPE IMPLEMENTATION &amp; SCREENS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</a:defRPr>
            </a:pPr>
            <a:r>
              <a:t>✔ Live Single-Page App: </a:t>
            </a:r>
            <a:r>
              <a:rPr b="0">
                <a:solidFill>
                  <a:srgbClr val="64748B"/>
                </a:solidFill>
              </a:rPr>
              <a:t>Loaded at http://127.0.0.1:8000/ with zero build-step overhead, instant response times, and dark theme.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</a:defRPr>
            </a:pPr>
            <a:r>
              <a:t>✔ Candidate Portfolios: </a:t>
            </a:r>
            <a:r>
              <a:rPr b="0">
                <a:solidFill>
                  <a:srgbClr val="64748B"/>
                </a:solidFill>
              </a:rPr>
              <a:t>Pre-seeded with 5 realistic developer profiles (scores 35.2 to 90.8) displaying dynamic Chart.js commit graphs.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</a:defRPr>
            </a:pPr>
            <a:r>
              <a:t>✔ Interactive Scoring Audit: </a:t>
            </a:r>
            <a:r>
              <a:rPr b="0">
                <a:solidFill>
                  <a:srgbClr val="64748B"/>
                </a:solidFill>
              </a:rPr>
              <a:t>Visual progress bars breaking down every sub-metric so candidates and recruiters see exact calculation logic.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</a:defRPr>
            </a:pPr>
            <a:r>
              <a:t>✔ Recruiter Search Matrix: </a:t>
            </a:r>
            <a:r>
              <a:rPr b="0">
                <a:solidFill>
                  <a:srgbClr val="64748B"/>
                </a:solidFill>
              </a:rPr>
              <a:t>Real-time client/server multi-skill filtering, minimum score slider, and sorting by evidence level.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</a:defRPr>
            </a:pPr>
            <a:r>
              <a:t>✔ Mentor Feedback Modal: </a:t>
            </a:r>
            <a:r>
              <a:rPr b="0">
                <a:solidFill>
                  <a:srgbClr val="64748B"/>
                </a:solidFill>
              </a:rPr>
              <a:t>Interactive rating, written feedback, and 1-click skill verification badges.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</a:defRPr>
            </a:pPr>
            <a:r>
              <a:t>✔ GitHub Importer Modal: </a:t>
            </a:r>
            <a:r>
              <a:rPr b="0">
                <a:solidFill>
                  <a:srgbClr val="64748B"/>
                </a:solidFill>
              </a:rPr>
              <a:t>Allows on-demand import of any public GitHub repository with live progress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3. MODEL &amp;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Deterministic Scoring Model &amp; Anti-Gaming Formula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2560320"/>
                <a:gridCol w="146304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Pillar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Mathematical Metric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Formula Criteria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Commit Consistency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30 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Active months / total span ratio + commit count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Diminishing returns curve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Project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25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Languages count + file count + repo size (KB)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Max pts for 3+ langs, 50+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README Quality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20 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Character length + sections (install/usage/code)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Heuristic markdown scan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Recent 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15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Days since last commit 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Full pts if &lt;30 days; scales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Community Signal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 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GitHub stars count + original repo check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Up to 6 pts for stars, 4 for original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ANTI-GAMING PENALTIES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⚠ Single-Day Dump (-15 pts): </a:t>
            </a:r>
            <a:r>
              <a:rPr b="0">
                <a:solidFill>
                  <a:srgbClr val="64748B"/>
                </a:solidFill>
              </a:rPr>
              <a:t>Detects repos with &gt;10 commits where 80%+ occurred within a 24h window (discourages artificial sprint gaming).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⚠ Bare Fork Detection (-30 pts): </a:t>
            </a:r>
            <a:r>
              <a:rPr b="0">
                <a:solidFill>
                  <a:srgbClr val="64748B"/>
                </a:solidFill>
              </a:rPr>
              <a:t>Detects repositories forked from another author that contain zero student-authored original commits (score capped at 10).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⚠ Minimal Shell (-10 pts): </a:t>
            </a:r>
            <a:r>
              <a:rPr b="0">
                <a:solidFill>
                  <a:srgbClr val="64748B"/>
                </a:solidFill>
              </a:rPr>
              <a:t>Detects trivial repositories with &lt;2KB code or only 1-2 placeholder files.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⚠ No Private Token Abuse: </a:t>
            </a:r>
            <a:r>
              <a:rPr b="0">
                <a:solidFill>
                  <a:srgbClr val="64748B"/>
                </a:solidFill>
              </a:rPr>
              <a:t>Rate limits GitHub queries and validates HTTP response status with graceful fallbacks.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6949440" cy="1645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VALIDATED TEST SUITE &amp; EMPIRICAL PROOF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13 Automated Pytest Unit &amp; Integration Tests pass with 100% green status (`backend/tests/`).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Tested against edge cases: empty repositories, zero-commit accounts, massive 1000+ commit codebases.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High-performing students (e.g. Marcus: 90.8/100) vs. low-effort burst portfolios (Jordan: 35.2/100) are objectively separated.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4. TECHNOLOGY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Standards, Data Integrity &amp; Responsible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Technology Stack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Backend Framework: </a:t>
            </a:r>
            <a:r>
              <a:rPr b="0">
                <a:solidFill>
                  <a:srgbClr val="64748B"/>
                </a:solidFill>
              </a:rPr>
              <a:t>FastAPI (Python 3.11) with async routing &amp; automatic OpenAPI schema.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Data Persistence: </a:t>
            </a:r>
            <a:r>
              <a:rPr b="0">
                <a:solidFill>
                  <a:srgbClr val="64748B"/>
                </a:solidFill>
              </a:rPr>
              <a:t>SQLAlchemy 2.0 ORM with relational SQLite database engine.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Frontend Engineering: </a:t>
            </a:r>
            <a:r>
              <a:rPr b="0">
                <a:solidFill>
                  <a:srgbClr val="64748B"/>
                </a:solidFill>
              </a:rPr>
              <a:t>Vanilla ES6 JavaScript, HTML5, custom CSS tokens, Chart.js, Lucide.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Real-Time Engine: </a:t>
            </a:r>
            <a:r>
              <a:rPr b="0">
                <a:solidFill>
                  <a:srgbClr val="64748B"/>
                </a:solidFill>
              </a:rPr>
              <a:t>Native WebSockets (`/ws/feed`) for multi-client event broadcasting.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Data Handling &amp; Integrity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Read-Only GitHub Ingestion: </a:t>
            </a:r>
            <a:r>
              <a:rPr b="0">
                <a:solidFill>
                  <a:srgbClr val="64748B"/>
                </a:solidFill>
              </a:rPr>
              <a:t>Only requests public repository metadata via official GitHub REST API.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No Source Code Stored: </a:t>
            </a:r>
            <a:r>
              <a:rPr b="0">
                <a:solidFill>
                  <a:srgbClr val="64748B"/>
                </a:solidFill>
              </a:rPr>
              <a:t>Stores only metadata (commit dates, language bytes, file count, README text).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Deterministic Algorithms: </a:t>
            </a:r>
            <a:r>
              <a:rPr b="0">
                <a:solidFill>
                  <a:srgbClr val="64748B"/>
                </a:solidFill>
              </a:rPr>
              <a:t>Scoring is 100% reproducible with mathematical formulas and no hidden weights.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Sanitized Inputs: </a:t>
            </a:r>
            <a:r>
              <a:rPr b="0">
                <a:solidFill>
                  <a:srgbClr val="64748B"/>
                </a:solidFill>
              </a:rPr>
              <a:t>Pydantic v2 data validation prevents SQL injection &amp; malformed payloads.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799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Privacy &amp; Security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Granular Privacy Toggle: </a:t>
            </a:r>
            <a:r>
              <a:rPr b="0">
                <a:solidFill>
                  <a:srgbClr val="64748B"/>
                </a:solidFill>
              </a:rPr>
              <a:t>Students can switch any project between Public and Private with one click.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Zero Credential Logging: </a:t>
            </a:r>
            <a:r>
              <a:rPr b="0">
                <a:solidFill>
                  <a:srgbClr val="64748B"/>
                </a:solidFill>
              </a:rPr>
              <a:t>Never stores GitHub passwords; uses optional client-scoped read tokens.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CORS &amp; Origin Hardening: </a:t>
            </a:r>
            <a:r>
              <a:rPr b="0">
                <a:solidFill>
                  <a:srgbClr val="64748B"/>
                </a:solidFill>
              </a:rPr>
              <a:t>Configured CORS middleware restricts unauthorized cross-origin requests.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Rate Limit Throttling: </a:t>
            </a:r>
            <a:r>
              <a:rPr b="0">
                <a:solidFill>
                  <a:srgbClr val="64748B"/>
                </a:solidFill>
              </a:rPr>
              <a:t>Built-in GitHub quota tracking prevents API exhaustion and IP blacklisting.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77639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799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Human Control &amp; Governance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Human-in-the-Loop: </a:t>
            </a:r>
            <a:r>
              <a:rPr b="0">
                <a:solidFill>
                  <a:srgbClr val="64748B"/>
                </a:solidFill>
              </a:rPr>
              <a:t>AI suggests skills, but only human mentors can grant 'Verified' credential status.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Faculty Accountability: </a:t>
            </a:r>
            <a:r>
              <a:rPr b="0">
                <a:solidFill>
                  <a:srgbClr val="64748B"/>
                </a:solidFill>
              </a:rPr>
              <a:t>Every verified skill records the mentor name, email, and timestamp audit trail.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Override &amp; Feedback: </a:t>
            </a:r>
            <a:r>
              <a:rPr b="0">
                <a:solidFill>
                  <a:srgbClr val="64748B"/>
                </a:solidFill>
              </a:rPr>
              <a:t>Candidates can contest flags, review breakdown logs, and submit fresh commits.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AI Hallucination Safeguard: </a:t>
            </a:r>
            <a:r>
              <a:rPr b="0">
                <a:solidFill>
                  <a:srgbClr val="64748B"/>
                </a:solidFill>
              </a:rPr>
              <a:t>Rule-based skill extraction runs deterministically; OpenAI LLM is optional.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5. BUSINESS &amp;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Market Opportunity, Business Model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338CA"/>
                </a:solidFill>
              </a:defRPr>
            </a:pPr>
            <a:r>
              <a:t>Target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0F172A"/>
                </a:solidFill>
              </a:defRPr>
            </a:pPr>
            <a:r>
              <a:t>• Universities &amp; Bootcamps: </a:t>
            </a:r>
            <a:r>
              <a:rPr b="0">
                <a:solidFill>
                  <a:srgbClr val="64748B"/>
                </a:solidFill>
              </a:rPr>
              <a:t>Computer science departments seeking higher graduate placement rates.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Tech Companies &amp; Startups: </a:t>
            </a:r>
            <a:r>
              <a:rPr b="0">
                <a:solidFill>
                  <a:srgbClr val="64748B"/>
                </a:solidFill>
              </a:rPr>
              <a:t>Engineering teams needing faster, higher-accuracy junior and intern hiring.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EdTech &amp; Learning Platforms: </a:t>
            </a:r>
            <a:r>
              <a:rPr b="0">
                <a:solidFill>
                  <a:srgbClr val="64748B"/>
                </a:solidFill>
              </a:rPr>
              <a:t>Coursera, Udacity, LeetCode wanting to add verified portfolio outcomes.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Individual Developers: </a:t>
            </a:r>
            <a:r>
              <a:rPr b="0">
                <a:solidFill>
                  <a:srgbClr val="64748B"/>
                </a:solidFill>
              </a:rPr>
              <a:t>Self-taught builders needing objective proof to land interviews.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338CA"/>
                </a:solidFill>
              </a:defRPr>
            </a:pPr>
            <a: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0F172A"/>
                </a:solidFill>
              </a:defRPr>
            </a:pPr>
            <a:r>
              <a:t>• Freemium for Students: </a:t>
            </a:r>
            <a:r>
              <a:rPr b="0">
                <a:solidFill>
                  <a:srgbClr val="64748B"/>
                </a:solidFill>
              </a:rPr>
              <a:t>Free GitHub import, evidence score, and shareable portfolio link.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B2B Recruiter SaaS ($299/mo): </a:t>
            </a:r>
            <a:r>
              <a:rPr b="0">
                <a:solidFill>
                  <a:srgbClr val="64748B"/>
                </a:solidFill>
              </a:rPr>
              <a:t>Access to advanced candidate search, verified score filters, direct messaging.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University Enterprise Licensing: </a:t>
            </a:r>
            <a:r>
              <a:rPr b="0">
                <a:solidFill>
                  <a:srgbClr val="64748B"/>
                </a:solidFill>
              </a:rPr>
              <a:t>Cohort dashboards, mentor verification workflows, accreditation reports.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API-as-a-Service: </a:t>
            </a:r>
            <a:r>
              <a:rPr b="0">
                <a:solidFill>
                  <a:srgbClr val="64748B"/>
                </a:solidFill>
              </a:rPr>
              <a:t>Background skill verification API for ATS platforms (Greenhouse, Lever).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338CA"/>
                </a:solidFill>
              </a:defRPr>
            </a:pPr>
            <a:r>
              <a:t>Market Opportunity &amp;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0F172A"/>
                </a:solidFill>
              </a:defRPr>
            </a:pPr>
            <a:r>
              <a:t>• Total Addressable Market: </a:t>
            </a:r>
            <a:r>
              <a:rPr b="0">
                <a:solidFill>
                  <a:srgbClr val="64748B"/>
                </a:solidFill>
              </a:rPr>
              <a:t>$30B+ Global Recruitment Software &amp; Technical Assessment Market.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Multi-Platform Ingestion: </a:t>
            </a:r>
            <a:r>
              <a:rPr b="0">
                <a:solidFill>
                  <a:srgbClr val="64748B"/>
                </a:solidFill>
              </a:rPr>
              <a:t>Future roadmap: GitLab, Bitbucket, Kaggle notebooks, LeetCode progress.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Automated Test Runner Sandbox: </a:t>
            </a:r>
            <a:r>
              <a:rPr b="0">
                <a:solidFill>
                  <a:srgbClr val="64748B"/>
                </a:solidFill>
              </a:rPr>
              <a:t>Dockerized sandbox that actually compiles and runs student repo tests.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Decentralized Verifiable Credentials: </a:t>
            </a:r>
            <a:r>
              <a:rPr b="0">
                <a:solidFill>
                  <a:srgbClr val="64748B"/>
                </a:solidFill>
              </a:rPr>
              <a:t>W3C-compliant digital credentials issued on-chain to prevent forgery.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6. 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7-Minute Delivery Script &amp; Meeting Pacing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2926080"/>
                <a:gridCol w="502920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 Window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Speaker Focus / Action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Message to Deliver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 Problem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338CA"/>
                          </a:solidFill>
                        </a:defRPr>
                      </a:pPr>
                      <a:r>
                        <a:t>0:00 – 1:15 (75s)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Hook audience with credential inflation crisis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Keywords on resumes and course certificates are dead; hiring teams waste millions on screens.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2. 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338CA"/>
                          </a:solidFill>
                        </a:defRPr>
                      </a:pPr>
                      <a:r>
                        <a:t>1:15 – 2:30 (75s)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Introduce SkillProof &amp; Before/After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SkillProof replaces self-reporting with git commit evidence, anti-gaming audits, and mentor verification.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3. Live Prototype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338CA"/>
                          </a:solidFill>
                        </a:defRPr>
                      </a:pPr>
                      <a:r>
                        <a:t>2:30 – 4:30 (120s)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Live UI walkthrough: Student -&gt; Recruiter -&gt; Mentor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Show Marcus's 90.8 score, Chart.js timeline, recruiter skill search, and mentor 1-click verification.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4. Tech &amp;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338CA"/>
                          </a:solidFill>
                        </a:defRPr>
                      </a:pPr>
                      <a:r>
                        <a:t>4:30 – 5:45 (75s)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FastAPI stack, privacy toggle, human-in-loop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Read-only metadata, privacy toggles for students, and mandatory human sign-off on AI-suggested skills.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5. Business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338CA"/>
                          </a:solidFill>
                        </a:defRPr>
                      </a:pPr>
                      <a:r>
                        <a:t>5:45 – 7:00 (75s)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Monetization, TAM, and strategic expansion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$30B recruitment market, SaaS recruiter subscription, and university enterprise licensing.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🎯 Q&amp;A TRANSITION (Minute 7:00+): Open floor for examiner &amp; stakeholder questions. (Refer to anticipated Q&amp;A bank for defense on anti-gaming, rate limits, and verification).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